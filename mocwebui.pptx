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72" r:id="rId4"/>
    <p:sldId id="257" r:id="rId5"/>
    <p:sldId id="258" r:id="rId6"/>
    <p:sldId id="259" r:id="rId7"/>
    <p:sldId id="260" r:id="rId8"/>
    <p:sldId id="261" r:id="rId9"/>
    <p:sldId id="262" r:id="rId10"/>
    <p:sldId id="267" r:id="rId11"/>
    <p:sldId id="263" r:id="rId12"/>
    <p:sldId id="264" r:id="rId13"/>
    <p:sldId id="265" r:id="rId14"/>
    <p:sldId id="268" r:id="rId15"/>
    <p:sldId id="269" r:id="rId16"/>
    <p:sldId id="270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12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559D3-3E63-42DB-92AE-21B14E993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DEA875-45DE-1B87-9169-9DB1FF7D55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C2BAD2-BE44-4144-7852-528EC8310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533CDE8-FA9B-CF8E-792B-E03C2933A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B8BC147-90EA-36C3-EC59-C7EFE6F5A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2784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29720-76C5-DC80-2F3B-8E9267E48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1C08BA-F620-AB42-0610-31CED66C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0611D1-1D83-ADF0-B307-D98A5C787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4D7E406-1657-E6AF-52E8-61534A19B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1DB28D-8536-57CC-DCE6-691DB04C3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1738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26CA95-CD53-9A39-5399-BC0A5676D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EA92B68-7755-1714-4E95-7B58AF407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DFD2A1-5D8D-3458-CBAC-BE79BDD6B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3E6636-05C3-34BC-E726-962BA86F5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260BBF-A656-8648-6981-2DB31DA52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9403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39A484-43A4-3F53-619D-C54C0F3E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B9EAEB-9527-A5F1-2068-DAD0FAD139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B736155-08E4-69B0-D796-B4D4547DD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27F58B8-B32F-1838-51D6-7DC3959B4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66097C-CE07-860C-1317-FB7CAA4C7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F88E50-22AB-1270-BA1F-89E6D510B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66782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FFD5E6-3FB3-5DBD-7C4D-5984E2AD1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65DE57-144D-4D72-DC92-F184C9F80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4ABD215-5830-2A82-5789-518B835789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B829D82-AFF0-3894-6A5B-9FE3A35602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91056BD-4E66-B004-6E9E-B6325CEC85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E3EBE46-BA81-8787-A569-F421714F3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2D30CE9-F8C5-EA8A-638E-48CB2FCD1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D14F31D-83FE-EC14-39F3-90D14DD45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1207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2EE461-E5E9-BB4E-0E6F-8DA9C6E6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D83D347-3E15-7E21-2E02-28F303785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753DD02-6790-AB19-6946-968FEB82E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8D7BCF-35A3-46AC-55E4-4DA8A1A0C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8744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E3130F3-2E87-1B33-832D-5AC96EB57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8001766-F213-AED7-CA0F-FAD10F9D3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83276DC-7005-A04D-EF1A-E228F1BF4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9251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A711C-2D48-2AE3-BF69-28F8BDAD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5779C4-E105-3B56-4F2C-FEC569A29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BE8FF3A-834F-6F31-341D-C1368E0F5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80C618E-21F9-7343-6510-CFF83EC45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C14110A-A5B2-B226-4782-06BA98C7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D6ECA6-929B-C606-E66E-B1735281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6316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CB5873-2551-92AA-F7B1-F0EE6D3D2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8E5BE39-E8B7-87AA-7136-C3F20A4043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2CDD49-DED3-71D5-5416-0A61A8A1DE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42B6779-E32D-D2F5-7116-89C25E0C9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47DA09-8592-4088-9005-C36318C97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9168FA-C44C-1D02-F8BD-4C20A1EF7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6381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703D8-2E72-9AE8-8FF9-E3142D35C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C867936-602B-C4EE-480A-35FA7429AB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1E7F61-3E96-EB94-EA21-55292364E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164F7D-DC75-A253-A85A-5EE52E000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C7A3219-6E3F-67E4-63A7-9082ED872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5703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654F4DF-3183-56EC-BB30-737553876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F4EE1DE-E291-7027-6FF1-8FC42457F0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BADAA94-E694-5FBA-DF4E-F81632DFE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5DFB2B-57FA-8395-564F-CBDA99C2F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9DD5EB-831A-A5D7-EBA3-B15FCA077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2500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B0EB035-30BF-83C7-EC72-8D3530C6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390BA38-315B-F712-9CE6-272810A98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D0828C-DE06-EA77-3F3E-152D93942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7489DC-B3F6-4EC7-99C9-D79007AC1439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CF9060-7809-E94F-9BBE-2FF7C88EE9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7F012A-E889-61AB-ADFA-DE98727147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492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ángulo 35">
            <a:extLst>
              <a:ext uri="{FF2B5EF4-FFF2-40B4-BE49-F238E27FC236}">
                <a16:creationId xmlns:a16="http://schemas.microsoft.com/office/drawing/2014/main" id="{0AAFAAA4-54C2-6322-DABB-F979C41D74E1}"/>
              </a:ext>
            </a:extLst>
          </p:cNvPr>
          <p:cNvSpPr/>
          <p:nvPr/>
        </p:nvSpPr>
        <p:spPr>
          <a:xfrm>
            <a:off x="998981" y="107608"/>
            <a:ext cx="9589769" cy="64524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F5DC2AE-2559-2C82-04FC-CF95A4F94F8B}"/>
              </a:ext>
            </a:extLst>
          </p:cNvPr>
          <p:cNvSpPr/>
          <p:nvPr/>
        </p:nvSpPr>
        <p:spPr>
          <a:xfrm>
            <a:off x="3824478" y="113538"/>
            <a:ext cx="6764273" cy="1289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6F6EE58-4E0C-A770-6323-B121766A1B5F}"/>
              </a:ext>
            </a:extLst>
          </p:cNvPr>
          <p:cNvSpPr/>
          <p:nvPr/>
        </p:nvSpPr>
        <p:spPr>
          <a:xfrm>
            <a:off x="996696" y="5270754"/>
            <a:ext cx="9592056" cy="1289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C1DB080-825F-0CF8-88A2-5920B0C4435B}"/>
              </a:ext>
            </a:extLst>
          </p:cNvPr>
          <p:cNvSpPr/>
          <p:nvPr/>
        </p:nvSpPr>
        <p:spPr>
          <a:xfrm>
            <a:off x="996696" y="113538"/>
            <a:ext cx="2743200" cy="51512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66D4091-AA7E-1859-0D13-E9161C530658}"/>
              </a:ext>
            </a:extLst>
          </p:cNvPr>
          <p:cNvSpPr/>
          <p:nvPr/>
        </p:nvSpPr>
        <p:spPr>
          <a:xfrm>
            <a:off x="8705088" y="1402842"/>
            <a:ext cx="1883664" cy="38679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751CBD7-6BC6-CEE5-949F-E99D589878FA}"/>
              </a:ext>
            </a:extLst>
          </p:cNvPr>
          <p:cNvSpPr/>
          <p:nvPr/>
        </p:nvSpPr>
        <p:spPr>
          <a:xfrm>
            <a:off x="7449312" y="5455158"/>
            <a:ext cx="287426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23EE547-4936-D1C2-6A31-F586EBAFF273}"/>
              </a:ext>
            </a:extLst>
          </p:cNvPr>
          <p:cNvSpPr/>
          <p:nvPr/>
        </p:nvSpPr>
        <p:spPr>
          <a:xfrm>
            <a:off x="1193292" y="5455158"/>
            <a:ext cx="599084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A29A1B1-4745-44FA-94A7-1252A6135535}"/>
              </a:ext>
            </a:extLst>
          </p:cNvPr>
          <p:cNvSpPr/>
          <p:nvPr/>
        </p:nvSpPr>
        <p:spPr>
          <a:xfrm>
            <a:off x="1143761" y="249567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7DE0244-22AC-E98B-3210-18E90C509FED}"/>
              </a:ext>
            </a:extLst>
          </p:cNvPr>
          <p:cNvSpPr/>
          <p:nvPr/>
        </p:nvSpPr>
        <p:spPr>
          <a:xfrm>
            <a:off x="4006598" y="297942"/>
            <a:ext cx="452780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067B5FC-67D4-6603-10CE-8D38B615E136}"/>
              </a:ext>
            </a:extLst>
          </p:cNvPr>
          <p:cNvSpPr/>
          <p:nvPr/>
        </p:nvSpPr>
        <p:spPr>
          <a:xfrm>
            <a:off x="8705088" y="297942"/>
            <a:ext cx="174650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BFE8E07-3305-C46E-ACEC-5AA6AFBCD04C}"/>
              </a:ext>
            </a:extLst>
          </p:cNvPr>
          <p:cNvSpPr/>
          <p:nvPr/>
        </p:nvSpPr>
        <p:spPr>
          <a:xfrm>
            <a:off x="3851148" y="1464564"/>
            <a:ext cx="4683254" cy="364769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07C7ED9-2A8E-300A-6254-32DCF2C5894F}"/>
              </a:ext>
            </a:extLst>
          </p:cNvPr>
          <p:cNvSpPr txBox="1"/>
          <p:nvPr/>
        </p:nvSpPr>
        <p:spPr>
          <a:xfrm>
            <a:off x="5641848" y="2399068"/>
            <a:ext cx="1371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/>
              <a:t>Mapa</a:t>
            </a:r>
          </a:p>
          <a:p>
            <a:pPr algn="ctr"/>
            <a:r>
              <a:rPr lang="es-ES" dirty="0"/>
              <a:t>Zoom</a:t>
            </a:r>
          </a:p>
          <a:p>
            <a:pPr algn="ctr"/>
            <a:r>
              <a:rPr lang="es-ES" dirty="0"/>
              <a:t>Pan</a:t>
            </a:r>
          </a:p>
          <a:p>
            <a:pPr algn="ctr"/>
            <a:r>
              <a:rPr lang="es-ES" dirty="0" err="1"/>
              <a:t>Rotate</a:t>
            </a:r>
            <a:endParaRPr lang="es-ES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CC46526-219E-54CC-3F4B-FD00C4C218EB}"/>
              </a:ext>
            </a:extLst>
          </p:cNvPr>
          <p:cNvSpPr txBox="1"/>
          <p:nvPr/>
        </p:nvSpPr>
        <p:spPr>
          <a:xfrm>
            <a:off x="1568196" y="5648527"/>
            <a:ext cx="5288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 err="1"/>
              <a:t>Unit</a:t>
            </a:r>
            <a:r>
              <a:rPr lang="es-ES" dirty="0"/>
              <a:t> State (H </a:t>
            </a:r>
            <a:r>
              <a:rPr lang="es-ES" dirty="0" err="1"/>
              <a:t>Scroll</a:t>
            </a:r>
            <a:r>
              <a:rPr lang="es-ES" dirty="0"/>
              <a:t>)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6BBA522-9B50-1945-6DC4-B3A26B72BE40}"/>
              </a:ext>
            </a:extLst>
          </p:cNvPr>
          <p:cNvSpPr/>
          <p:nvPr/>
        </p:nvSpPr>
        <p:spPr>
          <a:xfrm>
            <a:off x="1098042" y="1408950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94744B0-3B8B-D909-09A4-2A1D70A0DCBA}"/>
              </a:ext>
            </a:extLst>
          </p:cNvPr>
          <p:cNvSpPr/>
          <p:nvPr/>
        </p:nvSpPr>
        <p:spPr>
          <a:xfrm>
            <a:off x="1098042" y="2815209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B81C2C6-09C5-1EA5-134F-3E568B17DFCC}"/>
              </a:ext>
            </a:extLst>
          </p:cNvPr>
          <p:cNvSpPr/>
          <p:nvPr/>
        </p:nvSpPr>
        <p:spPr>
          <a:xfrm>
            <a:off x="1117092" y="4043000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B501BE56-5C99-37BF-1392-F71C009DCF18}"/>
              </a:ext>
            </a:extLst>
          </p:cNvPr>
          <p:cNvSpPr txBox="1"/>
          <p:nvPr/>
        </p:nvSpPr>
        <p:spPr>
          <a:xfrm>
            <a:off x="1631822" y="1445538"/>
            <a:ext cx="178803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Rag </a:t>
            </a:r>
          </a:p>
          <a:p>
            <a:pPr algn="ctr"/>
            <a:r>
              <a:rPr lang="es-ES" sz="1200" dirty="0" err="1"/>
              <a:t>Exp</a:t>
            </a:r>
            <a:r>
              <a:rPr lang="es-ES" sz="1200" dirty="0"/>
              <a:t> </a:t>
            </a:r>
            <a:r>
              <a:rPr lang="es-ES" sz="1200" dirty="0" err="1"/>
              <a:t>Strategy</a:t>
            </a:r>
            <a:r>
              <a:rPr lang="es-ES" sz="1200" dirty="0"/>
              <a:t> (</a:t>
            </a:r>
            <a:r>
              <a:rPr lang="es-ES" sz="1200" dirty="0" err="1"/>
              <a:t>Expl</a:t>
            </a:r>
            <a:r>
              <a:rPr lang="es-ES" sz="1200" dirty="0"/>
              <a:t> Replay) Colapse</a:t>
            </a:r>
          </a:p>
          <a:p>
            <a:pPr algn="ctr"/>
            <a:endParaRPr lang="es-ES" sz="12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3AC18AD-46B9-5981-9C22-AB03C72D778E}"/>
              </a:ext>
            </a:extLst>
          </p:cNvPr>
          <p:cNvSpPr txBox="1"/>
          <p:nvPr/>
        </p:nvSpPr>
        <p:spPr>
          <a:xfrm>
            <a:off x="1193292" y="4065746"/>
            <a:ext cx="20513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/>
              <a:t>Rag </a:t>
            </a:r>
          </a:p>
          <a:p>
            <a:pPr algn="ctr"/>
            <a:r>
              <a:rPr lang="es-ES" sz="1400" dirty="0" err="1"/>
              <a:t>Exp</a:t>
            </a:r>
            <a:r>
              <a:rPr lang="es-ES" sz="1400" dirty="0"/>
              <a:t> </a:t>
            </a:r>
            <a:r>
              <a:rPr lang="es-ES" sz="1400" dirty="0" err="1"/>
              <a:t>Tactical</a:t>
            </a:r>
            <a:r>
              <a:rPr lang="es-ES" sz="1400" dirty="0"/>
              <a:t>(</a:t>
            </a:r>
            <a:r>
              <a:rPr lang="es-ES" sz="1400" dirty="0" err="1"/>
              <a:t>Expl</a:t>
            </a:r>
            <a:r>
              <a:rPr lang="es-ES" sz="1400" dirty="0"/>
              <a:t> </a:t>
            </a:r>
            <a:r>
              <a:rPr lang="es-ES" sz="1400" dirty="0" err="1"/>
              <a:t>Runtime</a:t>
            </a:r>
            <a:r>
              <a:rPr lang="es-ES" sz="1400" dirty="0"/>
              <a:t>) Colapse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4E7D52CC-3A04-1B29-FD7D-90CCA3DB6D81}"/>
              </a:ext>
            </a:extLst>
          </p:cNvPr>
          <p:cNvSpPr txBox="1"/>
          <p:nvPr/>
        </p:nvSpPr>
        <p:spPr>
          <a:xfrm>
            <a:off x="1248921" y="2941790"/>
            <a:ext cx="238962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/>
              <a:t>Rag </a:t>
            </a:r>
          </a:p>
          <a:p>
            <a:pPr algn="ctr"/>
            <a:r>
              <a:rPr lang="es-ES" sz="1400" dirty="0" err="1"/>
              <a:t>Exp</a:t>
            </a:r>
            <a:r>
              <a:rPr lang="es-ES" sz="1400" dirty="0"/>
              <a:t> </a:t>
            </a:r>
            <a:r>
              <a:rPr lang="es-ES" sz="1400" dirty="0" err="1"/>
              <a:t>Strategy</a:t>
            </a:r>
            <a:r>
              <a:rPr lang="es-ES" sz="1400" dirty="0"/>
              <a:t> (</a:t>
            </a:r>
            <a:r>
              <a:rPr lang="es-ES" sz="1400" dirty="0" err="1"/>
              <a:t>Expl</a:t>
            </a:r>
            <a:r>
              <a:rPr lang="es-ES" sz="1400" dirty="0"/>
              <a:t> </a:t>
            </a:r>
            <a:r>
              <a:rPr lang="es-ES" sz="1400" dirty="0" err="1"/>
              <a:t>Runtime</a:t>
            </a:r>
            <a:r>
              <a:rPr lang="es-ES" sz="1400" dirty="0"/>
              <a:t>) Colapse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06B8A9A-1204-C397-77AC-C038BE407D09}"/>
              </a:ext>
            </a:extLst>
          </p:cNvPr>
          <p:cNvSpPr txBox="1"/>
          <p:nvPr/>
        </p:nvSpPr>
        <p:spPr>
          <a:xfrm>
            <a:off x="8654798" y="503075"/>
            <a:ext cx="16687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Switch: </a:t>
            </a:r>
            <a:r>
              <a:rPr lang="es-ES" sz="1200" dirty="0" err="1"/>
              <a:t>Animations</a:t>
            </a:r>
            <a:r>
              <a:rPr lang="es-ES" sz="1200" dirty="0"/>
              <a:t>, Audio, Hover,…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3D477870-004F-5CB8-DCFC-188EC30CE586}"/>
              </a:ext>
            </a:extLst>
          </p:cNvPr>
          <p:cNvSpPr txBox="1"/>
          <p:nvPr/>
        </p:nvSpPr>
        <p:spPr>
          <a:xfrm>
            <a:off x="7661910" y="5800927"/>
            <a:ext cx="23911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 err="1"/>
              <a:t>Combat</a:t>
            </a:r>
            <a:r>
              <a:rPr lang="es-ES" dirty="0"/>
              <a:t> Panel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1670C2C-0981-3CE7-05BB-E6835C91247E}"/>
              </a:ext>
            </a:extLst>
          </p:cNvPr>
          <p:cNvSpPr txBox="1"/>
          <p:nvPr/>
        </p:nvSpPr>
        <p:spPr>
          <a:xfrm>
            <a:off x="1419607" y="378476"/>
            <a:ext cx="16687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Rag </a:t>
            </a:r>
          </a:p>
          <a:p>
            <a:pPr algn="ctr"/>
            <a:r>
              <a:rPr lang="es-ES" sz="1200" dirty="0"/>
              <a:t>Chat</a:t>
            </a:r>
          </a:p>
          <a:p>
            <a:pPr algn="ctr"/>
            <a:r>
              <a:rPr lang="es-ES" sz="1200" dirty="0"/>
              <a:t>Colapse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EC848E5E-C142-CA37-F8E3-6347BC29FD2F}"/>
              </a:ext>
            </a:extLst>
          </p:cNvPr>
          <p:cNvSpPr/>
          <p:nvPr/>
        </p:nvSpPr>
        <p:spPr>
          <a:xfrm>
            <a:off x="4192527" y="378476"/>
            <a:ext cx="2048255" cy="7319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E85A50D9-E34F-CBD2-7F35-8EE525B66984}"/>
              </a:ext>
            </a:extLst>
          </p:cNvPr>
          <p:cNvSpPr txBox="1"/>
          <p:nvPr/>
        </p:nvSpPr>
        <p:spPr>
          <a:xfrm>
            <a:off x="4119375" y="388858"/>
            <a:ext cx="18638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 err="1"/>
              <a:t>Scenario</a:t>
            </a:r>
            <a:r>
              <a:rPr lang="es-ES" sz="1400" dirty="0"/>
              <a:t> </a:t>
            </a:r>
            <a:r>
              <a:rPr lang="es-ES" sz="1400" dirty="0" err="1"/>
              <a:t>Ov</a:t>
            </a:r>
            <a:r>
              <a:rPr lang="es-ES" sz="1400" dirty="0"/>
              <a:t> Name, </a:t>
            </a:r>
            <a:r>
              <a:rPr lang="es-ES" sz="1400" dirty="0" err="1"/>
              <a:t>players</a:t>
            </a:r>
            <a:endParaRPr lang="es-ES" sz="1400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E57A8BED-9192-0588-616E-6828C2A98DF6}"/>
              </a:ext>
            </a:extLst>
          </p:cNvPr>
          <p:cNvSpPr/>
          <p:nvPr/>
        </p:nvSpPr>
        <p:spPr>
          <a:xfrm>
            <a:off x="6425184" y="392209"/>
            <a:ext cx="2048255" cy="7319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0B5A46F9-5FFE-AB03-F2EE-19BEBF651B6C}"/>
              </a:ext>
            </a:extLst>
          </p:cNvPr>
          <p:cNvSpPr txBox="1"/>
          <p:nvPr/>
        </p:nvSpPr>
        <p:spPr>
          <a:xfrm>
            <a:off x="6609588" y="472297"/>
            <a:ext cx="18638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 err="1"/>
              <a:t>Game</a:t>
            </a:r>
            <a:r>
              <a:rPr lang="es-ES" sz="1400" dirty="0"/>
              <a:t> </a:t>
            </a:r>
            <a:r>
              <a:rPr lang="es-ES" sz="1400" dirty="0" err="1"/>
              <a:t>controls</a:t>
            </a:r>
            <a:r>
              <a:rPr lang="es-ES" sz="1400" dirty="0"/>
              <a:t>, step </a:t>
            </a:r>
            <a:r>
              <a:rPr lang="es-ES" sz="1400" dirty="0" err="1"/>
              <a:t>turns</a:t>
            </a:r>
            <a:endParaRPr lang="es-ES" sz="140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2377520-673F-1A10-3131-3897E3D3FD10}"/>
              </a:ext>
            </a:extLst>
          </p:cNvPr>
          <p:cNvSpPr/>
          <p:nvPr/>
        </p:nvSpPr>
        <p:spPr>
          <a:xfrm>
            <a:off x="8790429" y="1509986"/>
            <a:ext cx="1661163" cy="360227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D13CE6A9-F75E-255B-538D-FA53A424D16D}"/>
              </a:ext>
            </a:extLst>
          </p:cNvPr>
          <p:cNvSpPr txBox="1"/>
          <p:nvPr/>
        </p:nvSpPr>
        <p:spPr>
          <a:xfrm>
            <a:off x="9034272" y="1848433"/>
            <a:ext cx="13083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/>
              <a:t>Log </a:t>
            </a:r>
            <a:r>
              <a:rPr lang="es-ES" dirty="0" err="1"/>
              <a:t>Vscroll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22450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F582E-6538-B8C1-FAB3-C244884E4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D4E570C-6BA7-DC51-D32C-C6527FAE0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17585" y="-216816"/>
            <a:ext cx="9564435" cy="6601746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7D2374E-92DC-1518-BAD8-79336B1AF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642" y="1010652"/>
            <a:ext cx="6075017" cy="387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484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C5C9E-01A4-B657-1E0A-21D3DA93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7830446-067C-3C65-415E-79578C3FE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15" y="634999"/>
            <a:ext cx="4179174" cy="515191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B04D13C-B13F-9971-2FE2-384353417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843" y="381635"/>
            <a:ext cx="3181794" cy="565864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408EF02-03A4-FCEA-A759-BB58DBDB7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0089" y="974568"/>
            <a:ext cx="4462143" cy="515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89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49DFE74-1B04-B566-15B5-58A36B750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466" y="0"/>
            <a:ext cx="7879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555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AF952-E9BE-9B7F-59FD-7AE1FA88C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A8B4598-8A6E-ABB5-BA75-694094061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644" y="0"/>
            <a:ext cx="90427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04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7339F-CB0A-0359-140C-456178A66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292B385-8C9C-B2D5-ECDE-AD5CA13FF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496" y="0"/>
            <a:ext cx="91350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557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4115-A913-0183-3DFF-C074AB1DE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C5B6B98-4B59-CB06-9AD3-A3F11DA04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732" y="0"/>
            <a:ext cx="85045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654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2A57-0E7A-EA20-7F45-4DF6E0625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AFB616A-FC3C-124D-3E24-7B583E3F7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694" y="0"/>
            <a:ext cx="87486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378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8F33F-0F0E-27E4-07EB-FBE23034B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8363131-157D-FCDF-2C4B-EF7687DF5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731" y="0"/>
            <a:ext cx="89525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015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7D9B9-42B2-30AE-26E1-C2376CDD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D2C8654-C17C-9215-588B-5DADB7601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162" y="0"/>
            <a:ext cx="85176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831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12F05-0B72-F1ED-2A08-68D6E906E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3918C0A-55E7-A7A0-4E88-4CB5C80C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754" y="0"/>
            <a:ext cx="86024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726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BAC16-68E3-B720-F23F-696148F64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DB7F077-06DB-DD4F-5CE6-24C36A2D0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858" y="0"/>
            <a:ext cx="83282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174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63808-C0A9-077C-1ED4-1750DE7C0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24AEFE8-7CC9-5217-5493-E1AD714758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417" y="0"/>
            <a:ext cx="86771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613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F772C-EF02-8358-C786-54AB992BD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538A382-49CC-DA9A-D90C-A8BCFBBD2589}"/>
              </a:ext>
            </a:extLst>
          </p:cNvPr>
          <p:cNvSpPr txBox="1"/>
          <p:nvPr/>
        </p:nvSpPr>
        <p:spPr>
          <a:xfrm>
            <a:off x="152400" y="44450"/>
            <a:ext cx="3092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Engine</a:t>
            </a:r>
            <a:r>
              <a:rPr lang="es-ES" dirty="0"/>
              <a:t> 3x3  simulando en 5x5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015B1B7-F390-E873-2736-F82CACA89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0" y="853162"/>
            <a:ext cx="11023600" cy="473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8109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42C8-3D57-229E-9158-FC0206ABA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2A29E2E-27E7-5F16-CB11-3235CB556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3238"/>
            <a:ext cx="12192000" cy="525152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B5BC0158-D055-F16A-5E6B-8A391B25DD56}"/>
              </a:ext>
            </a:extLst>
          </p:cNvPr>
          <p:cNvSpPr txBox="1"/>
          <p:nvPr/>
        </p:nvSpPr>
        <p:spPr>
          <a:xfrm>
            <a:off x="152400" y="44450"/>
            <a:ext cx="3958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Engine</a:t>
            </a:r>
            <a:r>
              <a:rPr lang="es-ES" dirty="0"/>
              <a:t> 5x5  simulando en 5x5 2 Capas</a:t>
            </a:r>
          </a:p>
        </p:txBody>
      </p:sp>
    </p:spTree>
    <p:extLst>
      <p:ext uri="{BB962C8B-B14F-4D97-AF65-F5344CB8AC3E}">
        <p14:creationId xmlns:p14="http://schemas.microsoft.com/office/powerpoint/2010/main" val="1621100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69CEC-7B2A-CE6C-C8C2-DF44CBC1C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DB6AE0B-9FDA-D90F-FF2E-C3748B0F6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6059"/>
            <a:ext cx="12192000" cy="526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17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A01B4-6001-03C8-7493-8C24AEA4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32BFD48-E02D-5F2D-7775-670E1037E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7853"/>
            <a:ext cx="12192000" cy="526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4935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52E24-38DA-3F39-4FA4-F32E3DD85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A783447-2356-4810-0166-1A2D88AE6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9864"/>
            <a:ext cx="12192000" cy="5238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44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A0925-57DE-20E6-C66B-F83D7AC74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5F83023-B28D-3D55-FA8C-A328B16A6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026900" cy="6838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5900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76FFB-739B-AE11-B9DF-9421FEF6A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32888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1295</TotalTime>
  <Words>71</Words>
  <Application>Microsoft Office PowerPoint</Application>
  <PresentationFormat>Panorámica</PresentationFormat>
  <Paragraphs>21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DAVID ALBA ATENCIA</dc:creator>
  <cp:lastModifiedBy>RICARDO DAVID ALBA ATENCIA</cp:lastModifiedBy>
  <cp:revision>7</cp:revision>
  <dcterms:created xsi:type="dcterms:W3CDTF">2026-05-11T07:52:09Z</dcterms:created>
  <dcterms:modified xsi:type="dcterms:W3CDTF">2026-05-18T10:09:25Z</dcterms:modified>
</cp:coreProperties>
</file>