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99" d="100"/>
          <a:sy n="99" d="100"/>
        </p:scale>
        <p:origin x="96" y="1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8F559D3-3E63-42DB-92AE-21B14E993C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ADEA875-45DE-1B87-9169-9DB1FF7D55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0C2BAD2-BE44-4144-7852-528EC83109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489DC-B3F6-4EC7-99C9-D79007AC1439}" type="datetimeFigureOut">
              <a:rPr lang="es-ES" smtClean="0"/>
              <a:t>15/05/2026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533CDE8-FA9B-CF8E-792B-E03C2933A8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B8BC147-90EA-36C3-EC59-C7EFE6F5A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606D4A-329D-45AC-B2E6-568AD115FDC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727841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B029720-76C5-DC80-2F3B-8E9267E48F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91C08BA-F620-AB42-0610-31CED66C8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D0611D1-1D83-ADF0-B307-D98A5C787A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489DC-B3F6-4EC7-99C9-D79007AC1439}" type="datetimeFigureOut">
              <a:rPr lang="es-ES" smtClean="0"/>
              <a:t>15/05/2026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4D7E406-1657-E6AF-52E8-61534A19B3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31DB28D-8536-57CC-DCE6-691DB04C3C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606D4A-329D-45AC-B2E6-568AD115FDC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317386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526CA95-CD53-9A39-5399-BC0A5676D1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EA92B68-7755-1714-4E95-7B58AF407F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8DFD2A1-5D8D-3458-CBAC-BE79BDD6BC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489DC-B3F6-4EC7-99C9-D79007AC1439}" type="datetimeFigureOut">
              <a:rPr lang="es-ES" smtClean="0"/>
              <a:t>15/05/2026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23E6636-05C3-34BC-E726-962BA86F56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8260BBF-A656-8648-6981-2DB31DA52E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606D4A-329D-45AC-B2E6-568AD115FDC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694030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239A484-43A4-3F53-619D-C54C0F3E38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CB9EAEB-9527-A5F1-2068-DAD0FAD1395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3B736155-08E4-69B0-D796-B4D4547DDF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427F58B8-B32F-1838-51D6-7DC3959B4E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489DC-B3F6-4EC7-99C9-D79007AC1439}" type="datetimeFigureOut">
              <a:rPr lang="es-ES" smtClean="0"/>
              <a:t>15/05/2026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166097C-CE07-860C-1317-FB7CAA4C71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41F88E50-22AB-1270-BA1F-89E6D510B7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606D4A-329D-45AC-B2E6-568AD115FDC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667821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3FFD5E6-3FB3-5DBD-7C4D-5984E2AD19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165DE57-144D-4D72-DC92-F184C9F801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E4ABD215-5830-2A82-5789-518B835789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2B829D82-AFF0-3894-6A5B-9FE3A356025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591056BD-4E66-B004-6E9E-B6325CEC852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FE3EBE46-BA81-8787-A569-F421714F34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489DC-B3F6-4EC7-99C9-D79007AC1439}" type="datetimeFigureOut">
              <a:rPr lang="es-ES" smtClean="0"/>
              <a:t>15/05/2026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92D30CE9-F8C5-EA8A-638E-48CB2FCD1D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5D14F31D-83FE-EC14-39F3-90D14DD459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606D4A-329D-45AC-B2E6-568AD115FDC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112077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42EE461-E5E9-BB4E-0E6F-8DA9C6E6EE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FD83D347-3E15-7E21-2E02-28F3037856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489DC-B3F6-4EC7-99C9-D79007AC1439}" type="datetimeFigureOut">
              <a:rPr lang="es-ES" smtClean="0"/>
              <a:t>15/05/2026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3753DD02-6790-AB19-6946-968FEB82E7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568D7BCF-35A3-46AC-55E4-4DA8A1A0C1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606D4A-329D-45AC-B2E6-568AD115FDC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887442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9E3130F3-2E87-1B33-832D-5AC96EB572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489DC-B3F6-4EC7-99C9-D79007AC1439}" type="datetimeFigureOut">
              <a:rPr lang="es-ES" smtClean="0"/>
              <a:t>15/05/2026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48001766-F213-AED7-CA0F-FAD10F9D3A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83276DC-7005-A04D-EF1A-E228F1BF42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606D4A-329D-45AC-B2E6-568AD115FDC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492516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DDA711C-2D48-2AE3-BF69-28F8BDAD06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75779C4-E105-3B56-4F2C-FEC569A296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7BE8FF3A-834F-6F31-341D-C1368E0F53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C80C618E-21F9-7343-6510-CFF83EC45F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489DC-B3F6-4EC7-99C9-D79007AC1439}" type="datetimeFigureOut">
              <a:rPr lang="es-ES" smtClean="0"/>
              <a:t>15/05/2026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3C14110A-A5B2-B226-4782-06BA98C7A2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DD6ECA6-929B-C606-E66E-B1735281FC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606D4A-329D-45AC-B2E6-568AD115FDC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463169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3CB5873-2551-92AA-F7B1-F0EE6D3D22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88E5BE39-E8B7-87AA-7136-C3F20A40437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722CDD49-DED3-71D5-5416-0A61A8A1DE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42B6779-E32D-D2F5-7116-89C25E0C90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489DC-B3F6-4EC7-99C9-D79007AC1439}" type="datetimeFigureOut">
              <a:rPr lang="es-ES" smtClean="0"/>
              <a:t>15/05/2026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047DA09-8592-4088-9005-C36318C970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29168FA-C44C-1D02-F8BD-4C20A1EF7E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606D4A-329D-45AC-B2E6-568AD115FDC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763818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57703D8-2E72-9AE8-8FF9-E3142D35C4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AC867936-602B-C4EE-480A-35FA7429AB2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F1E7F61-3E96-EB94-EA21-55292364EB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489DC-B3F6-4EC7-99C9-D79007AC1439}" type="datetimeFigureOut">
              <a:rPr lang="es-ES" smtClean="0"/>
              <a:t>15/05/2026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9164F7D-DC75-A253-A85A-5EE52E000D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C7A3219-6E3F-67E4-63A7-9082ED8723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606D4A-329D-45AC-B2E6-568AD115FDC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857032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B654F4DF-3183-56EC-BB30-737553876EA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FF4EE1DE-E291-7027-6FF1-8FC42457F0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BADAA94-E694-5FBA-DF4E-F81632DFE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489DC-B3F6-4EC7-99C9-D79007AC1439}" type="datetimeFigureOut">
              <a:rPr lang="es-ES" smtClean="0"/>
              <a:t>15/05/2026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45DFB2B-57FA-8395-564F-CBDA99C2F1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69DD5EB-831A-A5D7-EBA3-B15FCA077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606D4A-329D-45AC-B2E6-568AD115FDC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725003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9B0EB035-30BF-83C7-EC72-8D3530C6AF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9390BA38-315B-F712-9CE6-272810A982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7D0828C-DE06-EA77-3F3E-152D93942BB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27489DC-B3F6-4EC7-99C9-D79007AC1439}" type="datetimeFigureOut">
              <a:rPr lang="es-ES" smtClean="0"/>
              <a:t>15/05/2026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3CF9060-7809-E94F-9BBE-2FF7C88EE9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97F012A-E889-61AB-ADFA-DE98727147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606D4A-329D-45AC-B2E6-568AD115FDC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074924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ángulo 35">
            <a:extLst>
              <a:ext uri="{FF2B5EF4-FFF2-40B4-BE49-F238E27FC236}">
                <a16:creationId xmlns:a16="http://schemas.microsoft.com/office/drawing/2014/main" id="{0AAFAAA4-54C2-6322-DABB-F979C41D74E1}"/>
              </a:ext>
            </a:extLst>
          </p:cNvPr>
          <p:cNvSpPr/>
          <p:nvPr/>
        </p:nvSpPr>
        <p:spPr>
          <a:xfrm>
            <a:off x="998981" y="107608"/>
            <a:ext cx="9589769" cy="645245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1F5DC2AE-2559-2C82-04FC-CF95A4F94F8B}"/>
              </a:ext>
            </a:extLst>
          </p:cNvPr>
          <p:cNvSpPr/>
          <p:nvPr/>
        </p:nvSpPr>
        <p:spPr>
          <a:xfrm>
            <a:off x="3824478" y="113538"/>
            <a:ext cx="6764273" cy="12893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A6F6EE58-4E0C-A770-6323-B121766A1B5F}"/>
              </a:ext>
            </a:extLst>
          </p:cNvPr>
          <p:cNvSpPr/>
          <p:nvPr/>
        </p:nvSpPr>
        <p:spPr>
          <a:xfrm>
            <a:off x="996696" y="5270754"/>
            <a:ext cx="9592056" cy="12893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4C1DB080-825F-0CF8-88A2-5920B0C4435B}"/>
              </a:ext>
            </a:extLst>
          </p:cNvPr>
          <p:cNvSpPr/>
          <p:nvPr/>
        </p:nvSpPr>
        <p:spPr>
          <a:xfrm>
            <a:off x="996696" y="113538"/>
            <a:ext cx="2743200" cy="515128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466D4091-AA7E-1859-0D13-E9161C530658}"/>
              </a:ext>
            </a:extLst>
          </p:cNvPr>
          <p:cNvSpPr/>
          <p:nvPr/>
        </p:nvSpPr>
        <p:spPr>
          <a:xfrm>
            <a:off x="8705088" y="1402842"/>
            <a:ext cx="1883664" cy="386791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2751CBD7-6BC6-CEE5-949F-E99D589878FA}"/>
              </a:ext>
            </a:extLst>
          </p:cNvPr>
          <p:cNvSpPr/>
          <p:nvPr/>
        </p:nvSpPr>
        <p:spPr>
          <a:xfrm>
            <a:off x="7449312" y="5455158"/>
            <a:ext cx="2874264" cy="9464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B23EE547-4936-D1C2-6A31-F586EBAFF273}"/>
              </a:ext>
            </a:extLst>
          </p:cNvPr>
          <p:cNvSpPr/>
          <p:nvPr/>
        </p:nvSpPr>
        <p:spPr>
          <a:xfrm>
            <a:off x="1193292" y="5455158"/>
            <a:ext cx="5990844" cy="9464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9A29A1B1-4745-44FA-94A7-1252A6135535}"/>
              </a:ext>
            </a:extLst>
          </p:cNvPr>
          <p:cNvSpPr/>
          <p:nvPr/>
        </p:nvSpPr>
        <p:spPr>
          <a:xfrm>
            <a:off x="1143761" y="249567"/>
            <a:ext cx="2540508" cy="9464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E7DE0244-22AC-E98B-3210-18E90C509FED}"/>
              </a:ext>
            </a:extLst>
          </p:cNvPr>
          <p:cNvSpPr/>
          <p:nvPr/>
        </p:nvSpPr>
        <p:spPr>
          <a:xfrm>
            <a:off x="4006598" y="297942"/>
            <a:ext cx="4527804" cy="9464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F067B5FC-67D4-6603-10CE-8D38B615E136}"/>
              </a:ext>
            </a:extLst>
          </p:cNvPr>
          <p:cNvSpPr/>
          <p:nvPr/>
        </p:nvSpPr>
        <p:spPr>
          <a:xfrm>
            <a:off x="8705088" y="297942"/>
            <a:ext cx="1746504" cy="9464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7BFE8E07-3305-C46E-ACEC-5AA6AFBCD04C}"/>
              </a:ext>
            </a:extLst>
          </p:cNvPr>
          <p:cNvSpPr/>
          <p:nvPr/>
        </p:nvSpPr>
        <p:spPr>
          <a:xfrm>
            <a:off x="3851148" y="1464564"/>
            <a:ext cx="4683254" cy="364769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107C7ED9-2A8E-300A-6254-32DCF2C5894F}"/>
              </a:ext>
            </a:extLst>
          </p:cNvPr>
          <p:cNvSpPr txBox="1"/>
          <p:nvPr/>
        </p:nvSpPr>
        <p:spPr>
          <a:xfrm>
            <a:off x="5641848" y="2399068"/>
            <a:ext cx="13716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dirty="0"/>
              <a:t>Mapa</a:t>
            </a:r>
          </a:p>
          <a:p>
            <a:pPr algn="ctr"/>
            <a:r>
              <a:rPr lang="es-ES" dirty="0"/>
              <a:t>Zoom</a:t>
            </a:r>
          </a:p>
          <a:p>
            <a:pPr algn="ctr"/>
            <a:r>
              <a:rPr lang="es-ES" dirty="0"/>
              <a:t>Pan</a:t>
            </a:r>
          </a:p>
          <a:p>
            <a:pPr algn="ctr"/>
            <a:r>
              <a:rPr lang="es-ES" dirty="0" err="1"/>
              <a:t>Rotate</a:t>
            </a:r>
            <a:endParaRPr lang="es-ES" dirty="0"/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ACC46526-219E-54CC-3F4B-FD00C4C218EB}"/>
              </a:ext>
            </a:extLst>
          </p:cNvPr>
          <p:cNvSpPr txBox="1"/>
          <p:nvPr/>
        </p:nvSpPr>
        <p:spPr>
          <a:xfrm>
            <a:off x="1568196" y="5648527"/>
            <a:ext cx="52882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dirty="0" err="1"/>
              <a:t>Unit</a:t>
            </a:r>
            <a:r>
              <a:rPr lang="es-ES" dirty="0"/>
              <a:t> State (H </a:t>
            </a:r>
            <a:r>
              <a:rPr lang="es-ES" dirty="0" err="1"/>
              <a:t>Scroll</a:t>
            </a:r>
            <a:r>
              <a:rPr lang="es-ES" dirty="0"/>
              <a:t>)</a:t>
            </a:r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26BBA522-9B50-1945-6DC4-B3A26B72BE40}"/>
              </a:ext>
            </a:extLst>
          </p:cNvPr>
          <p:cNvSpPr/>
          <p:nvPr/>
        </p:nvSpPr>
        <p:spPr>
          <a:xfrm>
            <a:off x="1098042" y="1408950"/>
            <a:ext cx="2540508" cy="9464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894744B0-3B8B-D909-09A4-2A1D70A0DCBA}"/>
              </a:ext>
            </a:extLst>
          </p:cNvPr>
          <p:cNvSpPr/>
          <p:nvPr/>
        </p:nvSpPr>
        <p:spPr>
          <a:xfrm>
            <a:off x="1098042" y="2815209"/>
            <a:ext cx="2540508" cy="9464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AB81C2C6-09C5-1EA5-134F-3E568B17DFCC}"/>
              </a:ext>
            </a:extLst>
          </p:cNvPr>
          <p:cNvSpPr/>
          <p:nvPr/>
        </p:nvSpPr>
        <p:spPr>
          <a:xfrm>
            <a:off x="1117092" y="4043000"/>
            <a:ext cx="2540508" cy="9464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B501BE56-5C99-37BF-1392-F71C009DCF18}"/>
              </a:ext>
            </a:extLst>
          </p:cNvPr>
          <p:cNvSpPr txBox="1"/>
          <p:nvPr/>
        </p:nvSpPr>
        <p:spPr>
          <a:xfrm>
            <a:off x="1631822" y="1445538"/>
            <a:ext cx="178803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sz="1200" dirty="0"/>
              <a:t>Rag </a:t>
            </a:r>
          </a:p>
          <a:p>
            <a:pPr algn="ctr"/>
            <a:r>
              <a:rPr lang="es-ES" sz="1200" dirty="0" err="1"/>
              <a:t>Exp</a:t>
            </a:r>
            <a:r>
              <a:rPr lang="es-ES" sz="1200" dirty="0"/>
              <a:t> </a:t>
            </a:r>
            <a:r>
              <a:rPr lang="es-ES" sz="1200" dirty="0" err="1"/>
              <a:t>Strategy</a:t>
            </a:r>
            <a:r>
              <a:rPr lang="es-ES" sz="1200" dirty="0"/>
              <a:t> (</a:t>
            </a:r>
            <a:r>
              <a:rPr lang="es-ES" sz="1200" dirty="0" err="1"/>
              <a:t>Expl</a:t>
            </a:r>
            <a:r>
              <a:rPr lang="es-ES" sz="1200" dirty="0"/>
              <a:t> Replay) Colapse</a:t>
            </a:r>
          </a:p>
          <a:p>
            <a:pPr algn="ctr"/>
            <a:endParaRPr lang="es-ES" sz="1200" dirty="0"/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C3AC18AD-46B9-5981-9C22-AB03C72D778E}"/>
              </a:ext>
            </a:extLst>
          </p:cNvPr>
          <p:cNvSpPr txBox="1"/>
          <p:nvPr/>
        </p:nvSpPr>
        <p:spPr>
          <a:xfrm>
            <a:off x="1193292" y="4065746"/>
            <a:ext cx="2051304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sz="1400" dirty="0"/>
              <a:t>Rag </a:t>
            </a:r>
          </a:p>
          <a:p>
            <a:pPr algn="ctr"/>
            <a:r>
              <a:rPr lang="es-ES" sz="1400" dirty="0" err="1"/>
              <a:t>Exp</a:t>
            </a:r>
            <a:r>
              <a:rPr lang="es-ES" sz="1400" dirty="0"/>
              <a:t> </a:t>
            </a:r>
            <a:r>
              <a:rPr lang="es-ES" sz="1400" dirty="0" err="1"/>
              <a:t>Tactical</a:t>
            </a:r>
            <a:r>
              <a:rPr lang="es-ES" sz="1400" dirty="0"/>
              <a:t>(</a:t>
            </a:r>
            <a:r>
              <a:rPr lang="es-ES" sz="1400" dirty="0" err="1"/>
              <a:t>Expl</a:t>
            </a:r>
            <a:r>
              <a:rPr lang="es-ES" sz="1400" dirty="0"/>
              <a:t> </a:t>
            </a:r>
            <a:r>
              <a:rPr lang="es-ES" sz="1400" dirty="0" err="1"/>
              <a:t>Runtime</a:t>
            </a:r>
            <a:r>
              <a:rPr lang="es-ES" sz="1400" dirty="0"/>
              <a:t>) Colapse</a:t>
            </a: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4E7D52CC-3A04-1B29-FD7D-90CCA3DB6D81}"/>
              </a:ext>
            </a:extLst>
          </p:cNvPr>
          <p:cNvSpPr txBox="1"/>
          <p:nvPr/>
        </p:nvSpPr>
        <p:spPr>
          <a:xfrm>
            <a:off x="1248921" y="2941790"/>
            <a:ext cx="2389629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sz="1400" dirty="0"/>
              <a:t>Rag </a:t>
            </a:r>
          </a:p>
          <a:p>
            <a:pPr algn="ctr"/>
            <a:r>
              <a:rPr lang="es-ES" sz="1400" dirty="0" err="1"/>
              <a:t>Exp</a:t>
            </a:r>
            <a:r>
              <a:rPr lang="es-ES" sz="1400" dirty="0"/>
              <a:t> </a:t>
            </a:r>
            <a:r>
              <a:rPr lang="es-ES" sz="1400" dirty="0" err="1"/>
              <a:t>Strategy</a:t>
            </a:r>
            <a:r>
              <a:rPr lang="es-ES" sz="1400" dirty="0"/>
              <a:t> (</a:t>
            </a:r>
            <a:r>
              <a:rPr lang="es-ES" sz="1400" dirty="0" err="1"/>
              <a:t>Expl</a:t>
            </a:r>
            <a:r>
              <a:rPr lang="es-ES" sz="1400" dirty="0"/>
              <a:t> </a:t>
            </a:r>
            <a:r>
              <a:rPr lang="es-ES" sz="1400" dirty="0" err="1"/>
              <a:t>Runtime</a:t>
            </a:r>
            <a:r>
              <a:rPr lang="es-ES" sz="1400" dirty="0"/>
              <a:t>) Colapse</a:t>
            </a:r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506B8A9A-1204-C397-77AC-C038BE407D09}"/>
              </a:ext>
            </a:extLst>
          </p:cNvPr>
          <p:cNvSpPr txBox="1"/>
          <p:nvPr/>
        </p:nvSpPr>
        <p:spPr>
          <a:xfrm>
            <a:off x="8654798" y="503075"/>
            <a:ext cx="166877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sz="1200" dirty="0"/>
              <a:t>Switch: </a:t>
            </a:r>
            <a:r>
              <a:rPr lang="es-ES" sz="1200" dirty="0" err="1"/>
              <a:t>Animations</a:t>
            </a:r>
            <a:r>
              <a:rPr lang="es-ES" sz="1200" dirty="0"/>
              <a:t>, Audio, Hover,…</a:t>
            </a:r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3D477870-004F-5CB8-DCFC-188EC30CE586}"/>
              </a:ext>
            </a:extLst>
          </p:cNvPr>
          <p:cNvSpPr txBox="1"/>
          <p:nvPr/>
        </p:nvSpPr>
        <p:spPr>
          <a:xfrm>
            <a:off x="7661910" y="5800927"/>
            <a:ext cx="23911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dirty="0" err="1"/>
              <a:t>Combat</a:t>
            </a:r>
            <a:r>
              <a:rPr lang="es-ES" dirty="0"/>
              <a:t> Panel</a:t>
            </a: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C1670C2C-0981-3CE7-05BB-E6835C91247E}"/>
              </a:ext>
            </a:extLst>
          </p:cNvPr>
          <p:cNvSpPr txBox="1"/>
          <p:nvPr/>
        </p:nvSpPr>
        <p:spPr>
          <a:xfrm>
            <a:off x="1419607" y="378476"/>
            <a:ext cx="166877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sz="1200" dirty="0"/>
              <a:t>Rag </a:t>
            </a:r>
          </a:p>
          <a:p>
            <a:pPr algn="ctr"/>
            <a:r>
              <a:rPr lang="es-ES" sz="1200" dirty="0"/>
              <a:t>Chat</a:t>
            </a:r>
          </a:p>
          <a:p>
            <a:pPr algn="ctr"/>
            <a:r>
              <a:rPr lang="es-ES" sz="1200" dirty="0"/>
              <a:t>Colapse</a:t>
            </a:r>
          </a:p>
        </p:txBody>
      </p:sp>
      <p:sp>
        <p:nvSpPr>
          <p:cNvPr id="32" name="Rectángulo 31">
            <a:extLst>
              <a:ext uri="{FF2B5EF4-FFF2-40B4-BE49-F238E27FC236}">
                <a16:creationId xmlns:a16="http://schemas.microsoft.com/office/drawing/2014/main" id="{EC848E5E-C142-CA37-F8E3-6347BC29FD2F}"/>
              </a:ext>
            </a:extLst>
          </p:cNvPr>
          <p:cNvSpPr/>
          <p:nvPr/>
        </p:nvSpPr>
        <p:spPr>
          <a:xfrm>
            <a:off x="4192527" y="378476"/>
            <a:ext cx="2048255" cy="73196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33" name="CuadroTexto 32">
            <a:extLst>
              <a:ext uri="{FF2B5EF4-FFF2-40B4-BE49-F238E27FC236}">
                <a16:creationId xmlns:a16="http://schemas.microsoft.com/office/drawing/2014/main" id="{E85A50D9-E34F-CBD2-7F35-8EE525B66984}"/>
              </a:ext>
            </a:extLst>
          </p:cNvPr>
          <p:cNvSpPr txBox="1"/>
          <p:nvPr/>
        </p:nvSpPr>
        <p:spPr>
          <a:xfrm>
            <a:off x="4119375" y="388858"/>
            <a:ext cx="186385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sz="1400" dirty="0" err="1"/>
              <a:t>Scenario</a:t>
            </a:r>
            <a:r>
              <a:rPr lang="es-ES" sz="1400" dirty="0"/>
              <a:t> </a:t>
            </a:r>
            <a:r>
              <a:rPr lang="es-ES" sz="1400" dirty="0" err="1"/>
              <a:t>Ov</a:t>
            </a:r>
            <a:r>
              <a:rPr lang="es-ES" sz="1400" dirty="0"/>
              <a:t> Name, </a:t>
            </a:r>
            <a:r>
              <a:rPr lang="es-ES" sz="1400" dirty="0" err="1"/>
              <a:t>players</a:t>
            </a:r>
            <a:endParaRPr lang="es-ES" sz="1400" dirty="0"/>
          </a:p>
        </p:txBody>
      </p:sp>
      <p:sp>
        <p:nvSpPr>
          <p:cNvPr id="34" name="Rectángulo 33">
            <a:extLst>
              <a:ext uri="{FF2B5EF4-FFF2-40B4-BE49-F238E27FC236}">
                <a16:creationId xmlns:a16="http://schemas.microsoft.com/office/drawing/2014/main" id="{E57A8BED-9192-0588-616E-6828C2A98DF6}"/>
              </a:ext>
            </a:extLst>
          </p:cNvPr>
          <p:cNvSpPr/>
          <p:nvPr/>
        </p:nvSpPr>
        <p:spPr>
          <a:xfrm>
            <a:off x="6425184" y="392209"/>
            <a:ext cx="2048255" cy="73196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35" name="CuadroTexto 34">
            <a:extLst>
              <a:ext uri="{FF2B5EF4-FFF2-40B4-BE49-F238E27FC236}">
                <a16:creationId xmlns:a16="http://schemas.microsoft.com/office/drawing/2014/main" id="{0B5A46F9-5FFE-AB03-F2EE-19BEBF651B6C}"/>
              </a:ext>
            </a:extLst>
          </p:cNvPr>
          <p:cNvSpPr txBox="1"/>
          <p:nvPr/>
        </p:nvSpPr>
        <p:spPr>
          <a:xfrm>
            <a:off x="6609588" y="472297"/>
            <a:ext cx="186385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sz="1400" dirty="0" err="1"/>
              <a:t>Game</a:t>
            </a:r>
            <a:r>
              <a:rPr lang="es-ES" sz="1400" dirty="0"/>
              <a:t> </a:t>
            </a:r>
            <a:r>
              <a:rPr lang="es-ES" sz="1400" dirty="0" err="1"/>
              <a:t>controls</a:t>
            </a:r>
            <a:r>
              <a:rPr lang="es-ES" sz="1400" dirty="0"/>
              <a:t>, step </a:t>
            </a:r>
            <a:r>
              <a:rPr lang="es-ES" sz="1400" dirty="0" err="1"/>
              <a:t>turns</a:t>
            </a:r>
            <a:endParaRPr lang="es-ES" sz="1400" dirty="0"/>
          </a:p>
        </p:txBody>
      </p:sp>
      <p:sp>
        <p:nvSpPr>
          <p:cNvPr id="37" name="Rectángulo 36">
            <a:extLst>
              <a:ext uri="{FF2B5EF4-FFF2-40B4-BE49-F238E27FC236}">
                <a16:creationId xmlns:a16="http://schemas.microsoft.com/office/drawing/2014/main" id="{A2377520-673F-1A10-3131-3897E3D3FD10}"/>
              </a:ext>
            </a:extLst>
          </p:cNvPr>
          <p:cNvSpPr/>
          <p:nvPr/>
        </p:nvSpPr>
        <p:spPr>
          <a:xfrm>
            <a:off x="8790429" y="1509986"/>
            <a:ext cx="1661163" cy="360227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38" name="CuadroTexto 37">
            <a:extLst>
              <a:ext uri="{FF2B5EF4-FFF2-40B4-BE49-F238E27FC236}">
                <a16:creationId xmlns:a16="http://schemas.microsoft.com/office/drawing/2014/main" id="{D13CE6A9-F75E-255B-538D-FA53A424D16D}"/>
              </a:ext>
            </a:extLst>
          </p:cNvPr>
          <p:cNvSpPr txBox="1"/>
          <p:nvPr/>
        </p:nvSpPr>
        <p:spPr>
          <a:xfrm>
            <a:off x="9034272" y="1848433"/>
            <a:ext cx="13083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dirty="0"/>
              <a:t>Log </a:t>
            </a:r>
            <a:r>
              <a:rPr lang="es-ES" dirty="0" err="1"/>
              <a:t>Vscroll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8224505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349DFE74-1B04-B566-15B5-58A36B7506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6466" y="0"/>
            <a:ext cx="787906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65558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CAF952-E9BE-9B7F-59FD-7AE1FA88C7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76046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A7339F-CB0A-0359-140C-456178A667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6455725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59</Words>
  <Application>Microsoft Office PowerPoint</Application>
  <PresentationFormat>Panorámica</PresentationFormat>
  <Paragraphs>19</Paragraphs>
  <Slides>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Tema de Office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RICARDO DAVID ALBA ATENCIA</dc:creator>
  <cp:lastModifiedBy>RICARDO DAVID ALBA ATENCIA</cp:lastModifiedBy>
  <cp:revision>2</cp:revision>
  <dcterms:created xsi:type="dcterms:W3CDTF">2026-05-11T07:52:09Z</dcterms:created>
  <dcterms:modified xsi:type="dcterms:W3CDTF">2026-05-15T07:39:53Z</dcterms:modified>
</cp:coreProperties>
</file>