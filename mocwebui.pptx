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559D3-3E63-42DB-92AE-21B14E993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DEA875-45DE-1B87-9169-9DB1FF7D5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C2BAD2-BE44-4144-7852-528EC831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33CDE8-FA9B-CF8E-792B-E03C2933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8BC147-90EA-36C3-EC59-C7EFE6F5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278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29720-76C5-DC80-2F3B-8E9267E4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1C08BA-F620-AB42-0610-31CED66C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0611D1-1D83-ADF0-B307-D98A5C78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D7E406-1657-E6AF-52E8-61534A19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1DB28D-8536-57CC-DCE6-691DB04C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73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6CA95-CD53-9A39-5399-BC0A5676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A92B68-7755-1714-4E95-7B58AF407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DFD2A1-5D8D-3458-CBAC-BE79BDD6B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3E6636-05C3-34BC-E726-962BA86F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260BBF-A656-8648-6981-2DB31DA5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940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9A484-43A4-3F53-619D-C54C0F3E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9EAEB-9527-A5F1-2068-DAD0FAD13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736155-08E4-69B0-D796-B4D4547DD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7F58B8-B32F-1838-51D6-7DC3959B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66097C-CE07-860C-1317-FB7CAA4C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F88E50-22AB-1270-BA1F-89E6D510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678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FD5E6-3FB3-5DBD-7C4D-5984E2AD1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65DE57-144D-4D72-DC92-F184C9F80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ABD215-5830-2A82-5789-518B83578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829D82-AFF0-3894-6A5B-9FE3A3560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1056BD-4E66-B004-6E9E-B6325CEC8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3EBE46-BA81-8787-A569-F421714F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D30CE9-F8C5-EA8A-638E-48CB2FCD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D14F31D-83FE-EC14-39F3-90D14DD4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20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EE461-E5E9-BB4E-0E6F-8DA9C6E6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83D347-3E15-7E21-2E02-28F303785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53DD02-6790-AB19-6946-968FEB82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8D7BCF-35A3-46AC-55E4-4DA8A1A0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874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3130F3-2E87-1B33-832D-5AC96EB5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001766-F213-AED7-CA0F-FAD10F9D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3276DC-7005-A04D-EF1A-E228F1BF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925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A711C-2D48-2AE3-BF69-28F8BDAD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779C4-E105-3B56-4F2C-FEC569A29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E8FF3A-834F-6F31-341D-C1368E0F5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0C618E-21F9-7343-6510-CFF83EC4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14110A-A5B2-B226-4782-06BA98C7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D6ECA6-929B-C606-E66E-B1735281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31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B5873-2551-92AA-F7B1-F0EE6D3D2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8E5BE39-E8B7-87AA-7136-C3F20A404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2CDD49-DED3-71D5-5416-0A61A8A1D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2B6779-E32D-D2F5-7116-89C25E0C9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47DA09-8592-4088-9005-C36318C9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9168FA-C44C-1D02-F8BD-4C20A1EF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38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703D8-2E72-9AE8-8FF9-E3142D35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867936-602B-C4EE-480A-35FA7429A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1E7F61-3E96-EB94-EA21-55292364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164F7D-DC75-A253-A85A-5EE52E00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7A3219-6E3F-67E4-63A7-9082ED87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70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54F4DF-3183-56EC-BB30-737553876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4EE1DE-E291-7027-6FF1-8FC42457F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ADAA94-E694-5FBA-DF4E-F81632DF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5DFB2B-57FA-8395-564F-CBDA99C2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9DD5EB-831A-A5D7-EBA3-B15FCA07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50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0EB035-30BF-83C7-EC72-8D3530C6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90BA38-315B-F712-9CE6-272810A98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D0828C-DE06-EA77-3F3E-152D93942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489DC-B3F6-4EC7-99C9-D79007AC1439}" type="datetimeFigureOut">
              <a:rPr lang="es-ES" smtClean="0"/>
              <a:t>11/05/2026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CF9060-7809-E94F-9BBE-2FF7C88EE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7F012A-E889-61AB-ADFA-DE9872714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06D4A-329D-45AC-B2E6-568AD115FDC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49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0AAFAAA4-54C2-6322-DABB-F979C41D74E1}"/>
              </a:ext>
            </a:extLst>
          </p:cNvPr>
          <p:cNvSpPr/>
          <p:nvPr/>
        </p:nvSpPr>
        <p:spPr>
          <a:xfrm>
            <a:off x="998981" y="107608"/>
            <a:ext cx="9589769" cy="6452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5DC2AE-2559-2C82-04FC-CF95A4F94F8B}"/>
              </a:ext>
            </a:extLst>
          </p:cNvPr>
          <p:cNvSpPr/>
          <p:nvPr/>
        </p:nvSpPr>
        <p:spPr>
          <a:xfrm>
            <a:off x="3824478" y="113538"/>
            <a:ext cx="6764273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6F6EE58-4E0C-A770-6323-B121766A1B5F}"/>
              </a:ext>
            </a:extLst>
          </p:cNvPr>
          <p:cNvSpPr/>
          <p:nvPr/>
        </p:nvSpPr>
        <p:spPr>
          <a:xfrm>
            <a:off x="996696" y="5270754"/>
            <a:ext cx="9592056" cy="1289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C1DB080-825F-0CF8-88A2-5920B0C4435B}"/>
              </a:ext>
            </a:extLst>
          </p:cNvPr>
          <p:cNvSpPr/>
          <p:nvPr/>
        </p:nvSpPr>
        <p:spPr>
          <a:xfrm>
            <a:off x="996696" y="113538"/>
            <a:ext cx="2743200" cy="51512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6D4091-AA7E-1859-0D13-E9161C530658}"/>
              </a:ext>
            </a:extLst>
          </p:cNvPr>
          <p:cNvSpPr/>
          <p:nvPr/>
        </p:nvSpPr>
        <p:spPr>
          <a:xfrm>
            <a:off x="8705088" y="1402842"/>
            <a:ext cx="1883664" cy="3867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751CBD7-6BC6-CEE5-949F-E99D589878FA}"/>
              </a:ext>
            </a:extLst>
          </p:cNvPr>
          <p:cNvSpPr/>
          <p:nvPr/>
        </p:nvSpPr>
        <p:spPr>
          <a:xfrm>
            <a:off x="7449312" y="5455158"/>
            <a:ext cx="2874264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23EE547-4936-D1C2-6A31-F586EBAFF273}"/>
              </a:ext>
            </a:extLst>
          </p:cNvPr>
          <p:cNvSpPr/>
          <p:nvPr/>
        </p:nvSpPr>
        <p:spPr>
          <a:xfrm>
            <a:off x="1193292" y="5455158"/>
            <a:ext cx="5990844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29A1B1-4745-44FA-94A7-1252A6135535}"/>
              </a:ext>
            </a:extLst>
          </p:cNvPr>
          <p:cNvSpPr/>
          <p:nvPr/>
        </p:nvSpPr>
        <p:spPr>
          <a:xfrm>
            <a:off x="1143761" y="249567"/>
            <a:ext cx="2540508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7DE0244-22AC-E98B-3210-18E90C509FED}"/>
              </a:ext>
            </a:extLst>
          </p:cNvPr>
          <p:cNvSpPr/>
          <p:nvPr/>
        </p:nvSpPr>
        <p:spPr>
          <a:xfrm>
            <a:off x="4006598" y="297942"/>
            <a:ext cx="4527804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067B5FC-67D4-6603-10CE-8D38B615E136}"/>
              </a:ext>
            </a:extLst>
          </p:cNvPr>
          <p:cNvSpPr/>
          <p:nvPr/>
        </p:nvSpPr>
        <p:spPr>
          <a:xfrm>
            <a:off x="8705088" y="297942"/>
            <a:ext cx="1746504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BFE8E07-3305-C46E-ACEC-5AA6AFBCD04C}"/>
              </a:ext>
            </a:extLst>
          </p:cNvPr>
          <p:cNvSpPr/>
          <p:nvPr/>
        </p:nvSpPr>
        <p:spPr>
          <a:xfrm>
            <a:off x="3851148" y="1464564"/>
            <a:ext cx="4683254" cy="36476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07C7ED9-2A8E-300A-6254-32DCF2C5894F}"/>
              </a:ext>
            </a:extLst>
          </p:cNvPr>
          <p:cNvSpPr txBox="1"/>
          <p:nvPr/>
        </p:nvSpPr>
        <p:spPr>
          <a:xfrm>
            <a:off x="5641848" y="2399068"/>
            <a:ext cx="137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Mapa</a:t>
            </a:r>
          </a:p>
          <a:p>
            <a:pPr algn="ctr"/>
            <a:r>
              <a:rPr lang="es-ES" dirty="0"/>
              <a:t>Zoom</a:t>
            </a:r>
          </a:p>
          <a:p>
            <a:pPr algn="ctr"/>
            <a:r>
              <a:rPr lang="es-ES" dirty="0"/>
              <a:t>Pan</a:t>
            </a:r>
          </a:p>
          <a:p>
            <a:pPr algn="ctr"/>
            <a:r>
              <a:rPr lang="es-ES" dirty="0" err="1"/>
              <a:t>Rotate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CC46526-219E-54CC-3F4B-FD00C4C218EB}"/>
              </a:ext>
            </a:extLst>
          </p:cNvPr>
          <p:cNvSpPr txBox="1"/>
          <p:nvPr/>
        </p:nvSpPr>
        <p:spPr>
          <a:xfrm>
            <a:off x="1568196" y="5648527"/>
            <a:ext cx="5288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 err="1"/>
              <a:t>Unit</a:t>
            </a:r>
            <a:r>
              <a:rPr lang="es-ES" dirty="0"/>
              <a:t> State (H </a:t>
            </a:r>
            <a:r>
              <a:rPr lang="es-ES" dirty="0" err="1"/>
              <a:t>Scroll</a:t>
            </a:r>
            <a:r>
              <a:rPr lang="es-ES" dirty="0"/>
              <a:t>)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6BBA522-9B50-1945-6DC4-B3A26B72BE40}"/>
              </a:ext>
            </a:extLst>
          </p:cNvPr>
          <p:cNvSpPr/>
          <p:nvPr/>
        </p:nvSpPr>
        <p:spPr>
          <a:xfrm>
            <a:off x="1098042" y="1408950"/>
            <a:ext cx="2540508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94744B0-3B8B-D909-09A4-2A1D70A0DCBA}"/>
              </a:ext>
            </a:extLst>
          </p:cNvPr>
          <p:cNvSpPr/>
          <p:nvPr/>
        </p:nvSpPr>
        <p:spPr>
          <a:xfrm>
            <a:off x="1098042" y="2815209"/>
            <a:ext cx="2540508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B81C2C6-09C5-1EA5-134F-3E568B17DFCC}"/>
              </a:ext>
            </a:extLst>
          </p:cNvPr>
          <p:cNvSpPr/>
          <p:nvPr/>
        </p:nvSpPr>
        <p:spPr>
          <a:xfrm>
            <a:off x="1117092" y="4043000"/>
            <a:ext cx="2540508" cy="946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501BE56-5C99-37BF-1392-F71C009DCF18}"/>
              </a:ext>
            </a:extLst>
          </p:cNvPr>
          <p:cNvSpPr txBox="1"/>
          <p:nvPr/>
        </p:nvSpPr>
        <p:spPr>
          <a:xfrm>
            <a:off x="1631822" y="1445538"/>
            <a:ext cx="17880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/>
              <a:t>Rag </a:t>
            </a:r>
          </a:p>
          <a:p>
            <a:pPr algn="ctr"/>
            <a:r>
              <a:rPr lang="es-ES" sz="1200" dirty="0" err="1"/>
              <a:t>Exp</a:t>
            </a:r>
            <a:r>
              <a:rPr lang="es-ES" sz="1200" dirty="0"/>
              <a:t> </a:t>
            </a:r>
            <a:r>
              <a:rPr lang="es-ES" sz="1200" dirty="0" err="1"/>
              <a:t>Strategy</a:t>
            </a:r>
            <a:r>
              <a:rPr lang="es-ES" sz="1200" dirty="0"/>
              <a:t> (</a:t>
            </a:r>
            <a:r>
              <a:rPr lang="es-ES" sz="1200" dirty="0" err="1"/>
              <a:t>Expl</a:t>
            </a:r>
            <a:r>
              <a:rPr lang="es-ES" sz="1200" dirty="0"/>
              <a:t> Replay) Colapse</a:t>
            </a:r>
          </a:p>
          <a:p>
            <a:pPr algn="ctr"/>
            <a:endParaRPr lang="es-ES" sz="12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3AC18AD-46B9-5981-9C22-AB03C72D778E}"/>
              </a:ext>
            </a:extLst>
          </p:cNvPr>
          <p:cNvSpPr txBox="1"/>
          <p:nvPr/>
        </p:nvSpPr>
        <p:spPr>
          <a:xfrm>
            <a:off x="1193292" y="4065746"/>
            <a:ext cx="20513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Rag </a:t>
            </a:r>
          </a:p>
          <a:p>
            <a:pPr algn="ctr"/>
            <a:r>
              <a:rPr lang="es-ES" sz="1400" dirty="0" err="1"/>
              <a:t>Exp</a:t>
            </a:r>
            <a:r>
              <a:rPr lang="es-ES" sz="1400" dirty="0"/>
              <a:t> </a:t>
            </a:r>
            <a:r>
              <a:rPr lang="es-ES" sz="1400" dirty="0" err="1"/>
              <a:t>Tactical</a:t>
            </a:r>
            <a:r>
              <a:rPr lang="es-ES" sz="1400" dirty="0"/>
              <a:t>(</a:t>
            </a:r>
            <a:r>
              <a:rPr lang="es-ES" sz="1400" dirty="0" err="1"/>
              <a:t>Expl</a:t>
            </a:r>
            <a:r>
              <a:rPr lang="es-ES" sz="1400" dirty="0"/>
              <a:t> </a:t>
            </a:r>
            <a:r>
              <a:rPr lang="es-ES" sz="1400" dirty="0" err="1"/>
              <a:t>Runtime</a:t>
            </a:r>
            <a:r>
              <a:rPr lang="es-ES" sz="1400" dirty="0"/>
              <a:t>) Colapse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E7D52CC-3A04-1B29-FD7D-90CCA3DB6D81}"/>
              </a:ext>
            </a:extLst>
          </p:cNvPr>
          <p:cNvSpPr txBox="1"/>
          <p:nvPr/>
        </p:nvSpPr>
        <p:spPr>
          <a:xfrm>
            <a:off x="1248921" y="2941790"/>
            <a:ext cx="238962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/>
              <a:t>Rag </a:t>
            </a:r>
          </a:p>
          <a:p>
            <a:pPr algn="ctr"/>
            <a:r>
              <a:rPr lang="es-ES" sz="1400" dirty="0" err="1"/>
              <a:t>Exp</a:t>
            </a:r>
            <a:r>
              <a:rPr lang="es-ES" sz="1400" dirty="0"/>
              <a:t> </a:t>
            </a:r>
            <a:r>
              <a:rPr lang="es-ES" sz="1400" dirty="0" err="1"/>
              <a:t>Strategy</a:t>
            </a:r>
            <a:r>
              <a:rPr lang="es-ES" sz="1400" dirty="0"/>
              <a:t> (</a:t>
            </a:r>
            <a:r>
              <a:rPr lang="es-ES" sz="1400" dirty="0" err="1"/>
              <a:t>Expl</a:t>
            </a:r>
            <a:r>
              <a:rPr lang="es-ES" sz="1400" dirty="0"/>
              <a:t> </a:t>
            </a:r>
            <a:r>
              <a:rPr lang="es-ES" sz="1400" dirty="0" err="1"/>
              <a:t>Runtime</a:t>
            </a:r>
            <a:r>
              <a:rPr lang="es-ES" sz="1400" dirty="0"/>
              <a:t>) Colapse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06B8A9A-1204-C397-77AC-C038BE407D09}"/>
              </a:ext>
            </a:extLst>
          </p:cNvPr>
          <p:cNvSpPr txBox="1"/>
          <p:nvPr/>
        </p:nvSpPr>
        <p:spPr>
          <a:xfrm>
            <a:off x="8654798" y="503075"/>
            <a:ext cx="1668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/>
              <a:t>Switch: </a:t>
            </a:r>
            <a:r>
              <a:rPr lang="es-ES" sz="1200" dirty="0" err="1"/>
              <a:t>Animations</a:t>
            </a:r>
            <a:r>
              <a:rPr lang="es-ES" sz="1200" dirty="0"/>
              <a:t>, Audio, Hover,…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477870-004F-5CB8-DCFC-188EC30CE586}"/>
              </a:ext>
            </a:extLst>
          </p:cNvPr>
          <p:cNvSpPr txBox="1"/>
          <p:nvPr/>
        </p:nvSpPr>
        <p:spPr>
          <a:xfrm>
            <a:off x="7661910" y="5800927"/>
            <a:ext cx="2391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 err="1"/>
              <a:t>Combat</a:t>
            </a:r>
            <a:r>
              <a:rPr lang="es-ES" dirty="0"/>
              <a:t> Panel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1670C2C-0981-3CE7-05BB-E6835C91247E}"/>
              </a:ext>
            </a:extLst>
          </p:cNvPr>
          <p:cNvSpPr txBox="1"/>
          <p:nvPr/>
        </p:nvSpPr>
        <p:spPr>
          <a:xfrm>
            <a:off x="1419607" y="378476"/>
            <a:ext cx="1668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/>
              <a:t>Rag </a:t>
            </a:r>
          </a:p>
          <a:p>
            <a:pPr algn="ctr"/>
            <a:r>
              <a:rPr lang="es-ES" sz="1200" dirty="0"/>
              <a:t>Chat</a:t>
            </a:r>
          </a:p>
          <a:p>
            <a:pPr algn="ctr"/>
            <a:r>
              <a:rPr lang="es-ES" sz="1200" dirty="0"/>
              <a:t>Colapse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848E5E-C142-CA37-F8E3-6347BC29FD2F}"/>
              </a:ext>
            </a:extLst>
          </p:cNvPr>
          <p:cNvSpPr/>
          <p:nvPr/>
        </p:nvSpPr>
        <p:spPr>
          <a:xfrm>
            <a:off x="4192527" y="378476"/>
            <a:ext cx="2048255" cy="731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85A50D9-E34F-CBD2-7F35-8EE525B66984}"/>
              </a:ext>
            </a:extLst>
          </p:cNvPr>
          <p:cNvSpPr txBox="1"/>
          <p:nvPr/>
        </p:nvSpPr>
        <p:spPr>
          <a:xfrm>
            <a:off x="4119375" y="388858"/>
            <a:ext cx="1863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 err="1"/>
              <a:t>Scenario</a:t>
            </a:r>
            <a:r>
              <a:rPr lang="es-ES" sz="1400" dirty="0"/>
              <a:t> </a:t>
            </a:r>
            <a:r>
              <a:rPr lang="es-ES" sz="1400" dirty="0" err="1"/>
              <a:t>Ov</a:t>
            </a:r>
            <a:r>
              <a:rPr lang="es-ES" sz="1400" dirty="0"/>
              <a:t> Name, </a:t>
            </a:r>
            <a:r>
              <a:rPr lang="es-ES" sz="1400" dirty="0" err="1"/>
              <a:t>players</a:t>
            </a:r>
            <a:endParaRPr lang="es-ES" sz="14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57A8BED-9192-0588-616E-6828C2A98DF6}"/>
              </a:ext>
            </a:extLst>
          </p:cNvPr>
          <p:cNvSpPr/>
          <p:nvPr/>
        </p:nvSpPr>
        <p:spPr>
          <a:xfrm>
            <a:off x="6425184" y="392209"/>
            <a:ext cx="2048255" cy="7319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B5A46F9-5FFE-AB03-F2EE-19BEBF651B6C}"/>
              </a:ext>
            </a:extLst>
          </p:cNvPr>
          <p:cNvSpPr txBox="1"/>
          <p:nvPr/>
        </p:nvSpPr>
        <p:spPr>
          <a:xfrm>
            <a:off x="6609588" y="472297"/>
            <a:ext cx="1863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 err="1"/>
              <a:t>Game</a:t>
            </a:r>
            <a:r>
              <a:rPr lang="es-ES" sz="1400" dirty="0"/>
              <a:t> </a:t>
            </a:r>
            <a:r>
              <a:rPr lang="es-ES" sz="1400" dirty="0" err="1"/>
              <a:t>controls</a:t>
            </a:r>
            <a:r>
              <a:rPr lang="es-ES" sz="1400" dirty="0"/>
              <a:t>, step </a:t>
            </a:r>
            <a:r>
              <a:rPr lang="es-ES" sz="1400" dirty="0" err="1"/>
              <a:t>turns</a:t>
            </a:r>
            <a:endParaRPr lang="es-ES" sz="14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2377520-673F-1A10-3131-3897E3D3FD10}"/>
              </a:ext>
            </a:extLst>
          </p:cNvPr>
          <p:cNvSpPr/>
          <p:nvPr/>
        </p:nvSpPr>
        <p:spPr>
          <a:xfrm>
            <a:off x="8790429" y="1509986"/>
            <a:ext cx="1661163" cy="3602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13CE6A9-F75E-255B-538D-FA53A424D16D}"/>
              </a:ext>
            </a:extLst>
          </p:cNvPr>
          <p:cNvSpPr txBox="1"/>
          <p:nvPr/>
        </p:nvSpPr>
        <p:spPr>
          <a:xfrm>
            <a:off x="9034272" y="1848433"/>
            <a:ext cx="1308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Log </a:t>
            </a:r>
            <a:r>
              <a:rPr lang="es-ES" dirty="0" err="1"/>
              <a:t>Vscroll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2450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</Words>
  <Application>Microsoft Office PowerPoint</Application>
  <PresentationFormat>Panorámica</PresentationFormat>
  <Paragraphs>19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DAVID ALBA ATENCIA</dc:creator>
  <cp:lastModifiedBy>RICARDO DAVID ALBA ATENCIA</cp:lastModifiedBy>
  <cp:revision>1</cp:revision>
  <dcterms:created xsi:type="dcterms:W3CDTF">2026-05-11T07:52:09Z</dcterms:created>
  <dcterms:modified xsi:type="dcterms:W3CDTF">2026-05-11T07:57:15Z</dcterms:modified>
</cp:coreProperties>
</file>